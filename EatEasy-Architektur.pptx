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FB6A9"/>
                </a:solidFill>
                <a:latin typeface="Arial"/>
              </a:rPr>
              <a:t>K O M P O N E N T E N B A S I E R T E   S O F T W A R E E N T W I C K L U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000" b="1">
                <a:solidFill>
                  <a:srgbClr val="FFFFFF"/>
                </a:solidFill>
                <a:latin typeface="Arial"/>
              </a:rPr>
              <a:t>EatEasy EE — Architektur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9D8CF"/>
                </a:solidFill>
                <a:latin typeface="Arial"/>
              </a:rPr>
              <a:t>Modularer Monolith · Vue 3 + Quarkus</a:t>
            </a:r>
          </a:p>
          <a:p>
            <a:r>
              <a:rPr sz="2000">
                <a:solidFill>
                  <a:srgbClr val="C9D8CF"/>
                </a:solidFill>
                <a:latin typeface="Arial"/>
              </a:rPr>
              <a:t>Studienprojekt Gruppe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440680"/>
            <a:ext cx="10545775" cy="127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FB6A9"/>
                </a:solidFill>
                <a:latin typeface="Arial"/>
              </a:rPr>
              <a:t>Thema         </a:t>
            </a:r>
            <a:r>
              <a:rPr sz="1200">
                <a:solidFill>
                  <a:srgbClr val="FFFFFF"/>
                </a:solidFill>
                <a:latin typeface="Arial"/>
              </a:rPr>
              <a:t>    Architekturüberblick &amp; Planung</a:t>
            </a:r>
          </a:p>
          <a:p>
            <a:r>
              <a:rPr sz="1200">
                <a:solidFill>
                  <a:srgbClr val="9FB6A9"/>
                </a:solidFill>
                <a:latin typeface="Arial"/>
              </a:rPr>
              <a:t>Stack         </a:t>
            </a:r>
            <a:r>
              <a:rPr sz="1200">
                <a:solidFill>
                  <a:srgbClr val="FFFFFF"/>
                </a:solidFill>
                <a:latin typeface="Arial"/>
              </a:rPr>
              <a:t>    Vue.js · Quarkus · PostgreSQL · Docker</a:t>
            </a:r>
          </a:p>
          <a:p>
            <a:r>
              <a:rPr sz="1200">
                <a:solidFill>
                  <a:srgbClr val="9FB6A9"/>
                </a:solidFill>
                <a:latin typeface="Arial"/>
              </a:rPr>
              <a:t>Stand         </a:t>
            </a:r>
            <a:r>
              <a:rPr sz="1200">
                <a:solidFill>
                  <a:srgbClr val="FFFFFF"/>
                </a:solidFill>
                <a:latin typeface="Arial"/>
              </a:rPr>
              <a:t>    Phasen 0–10 umgesetzt, Issues #3–#8 offen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A47"/>
                </a:solidFill>
                <a:latin typeface="Arial"/>
              </a:rPr>
              <a:t>1  </a:t>
            </a:r>
            <a:r>
              <a:rPr sz="2800" b="1">
                <a:solidFill>
                  <a:srgbClr val="1A1A1A"/>
                </a:solidFill>
                <a:latin typeface="Arial"/>
              </a:rPr>
              <a:t>Grundsatzentscheidungen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893247" cy="254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Architekturstil: Modularer Monolith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Fachliche Komponenten statt technischer Layer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Kommunikation nur ueber Service-Interfaces (CDI), nie via REST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Strikte DTO-Trennung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Entities lecken nie aus REST-Endpunkten; DTOs sind Java-Records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Auth: Stateless JWT (8 h)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@RolesAllowed plus Authorization-Checks im Service-Layer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Daten: UUID v4, Flyway-Migrationen, Hibernate = validate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77777"/>
                </a:solidFill>
                <a:latin typeface="Arial"/>
              </a:rPr>
              <a:t>EatEasy EE — 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00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77777"/>
                </a:solidFill>
                <a:latin typeface="Arial"/>
              </a:rPr>
              <a:t>Folie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A47"/>
                </a:solidFill>
                <a:latin typeface="Arial"/>
              </a:rPr>
              <a:t>2  </a:t>
            </a:r>
            <a:r>
              <a:rPr sz="2800" b="1">
                <a:solidFill>
                  <a:srgbClr val="1A1A1A"/>
                </a:solidFill>
                <a:latin typeface="Arial"/>
              </a:rPr>
              <a:t>Komponenten &amp; Abhaengigkeiten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893247" cy="254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Backend (de.eateasy.*)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auth · household · recipe · ingredient · mealplan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pantry · shoppinglist · suggestion · integration · notification · common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Schichten je Komponente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entity -&gt; repository -&gt; service (Interface+Impl) -&gt; resource -&gt; dto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Abhaengigkeitsfluss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auth -&gt; household -&gt; (recipe, pantry) -&gt; mealplan -&gt; shoppinglist -&gt; suggestion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notification an household; integration speist recipe &amp; pantry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77777"/>
                </a:solidFill>
                <a:latin typeface="Arial"/>
              </a:rPr>
              <a:t>EatEasy EE — 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00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77777"/>
                </a:solidFill>
                <a:latin typeface="Arial"/>
              </a:rPr>
              <a:t>Folie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A47"/>
                </a:solidFill>
                <a:latin typeface="Arial"/>
              </a:rPr>
              <a:t>3  </a:t>
            </a:r>
            <a:r>
              <a:rPr sz="2800" b="1">
                <a:solidFill>
                  <a:srgbClr val="1A1A1A"/>
                </a:solidFill>
                <a:latin typeface="Arial"/>
              </a:rPr>
              <a:t>Genutzte Technologien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893247" cy="254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Frontend: Vue 3, Vite, Pinia, Vue Router, TypeScript, Tailwind, VueUse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Backend: Quarkus (Java 21), RESTEasy Reactive, Hibernate Panache, SmallRye JWT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Datenbank: PostgreSQL 16 + Flyway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LLM: Ollama self-hosted (Llama 3 / Mistral)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Externe APIs: TheMealDB (Rezepte), OpenFoodFacts (Barcode)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Testing: JUnit5 + REST Assured, Vitest + MSW, Playwright (E2E)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Qualitaet/CI: Checkstyle, ESLint + Prettier, GitHub Actions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Deployment: Render (Backend + DB), Vercel (Frontend, geplant)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77777"/>
                </a:solidFill>
                <a:latin typeface="Arial"/>
              </a:rPr>
              <a:t>EatEasy EE — 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00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77777"/>
                </a:solidFill>
                <a:latin typeface="Arial"/>
              </a:rPr>
              <a:t>Folie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A47"/>
                </a:solidFill>
                <a:latin typeface="Arial"/>
              </a:rPr>
              <a:t>4  </a:t>
            </a:r>
            <a:r>
              <a:rPr sz="2800" b="1">
                <a:solidFill>
                  <a:srgbClr val="1A1A1A"/>
                </a:solidFill>
                <a:latin typeface="Arial"/>
              </a:rPr>
              <a:t>Resilienz / Backup-Plan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893247" cy="254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Smart-Suggestion: Ollama-Ausfall -&gt; Coverage-Heuristik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Barcode-Scan: keine Kamera -&gt; manuelle Eingabe (optional)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Rezept-Import: nur TheMealDB (kostenlos, kein API-Key)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E-Mail: Invitation wird auch bei Mail-Fehler angelegt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77777"/>
                </a:solidFill>
                <a:latin typeface="Arial"/>
              </a:rPr>
              <a:t>EatEasy EE — 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00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77777"/>
                </a:solidFill>
                <a:latin typeface="Arial"/>
              </a:rPr>
              <a:t>Folie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A47"/>
                </a:solidFill>
                <a:latin typeface="Arial"/>
              </a:rPr>
              <a:t>5  </a:t>
            </a:r>
            <a:r>
              <a:rPr sz="2800" b="1">
                <a:solidFill>
                  <a:srgbClr val="1A1A1A"/>
                </a:solidFill>
                <a:latin typeface="Arial"/>
              </a:rPr>
              <a:t>Was wir noch planen (Issues #3–#8)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893247" cy="254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#3 Auto-Haushalt bei Registrierung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AuthService injiziert HouseholdService, eine @Transactional-Einheit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#4 Rezept-Rating (1-5 Sterne) — einziger Schema-Eingriff (V8)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#5 Einkaufsliste explizit gegen Vorrat pruefen vor Ausstellen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#6 LLM-Modell verifizieren / leichteres Modell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#7 Vercel-Deployment fuers Frontend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#8 Backup-Plan, Abhaengigkeiten &amp; Scope dokumentieren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77777"/>
                </a:solidFill>
                <a:latin typeface="Arial"/>
              </a:rPr>
              <a:t>EatEasy EE — 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00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77777"/>
                </a:solidFill>
                <a:latin typeface="Arial"/>
              </a:rPr>
              <a:t>Folie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D5A47"/>
                </a:solidFill>
                <a:latin typeface="Arial"/>
              </a:rPr>
              <a:t>6  </a:t>
            </a:r>
            <a:r>
              <a:rPr sz="2800" b="1">
                <a:solidFill>
                  <a:srgbClr val="1A1A1A"/>
                </a:solidFill>
                <a:latin typeface="Arial"/>
              </a:rPr>
              <a:t>Kernaussage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10893247" cy="25400"/>
          </a:xfrm>
          <a:prstGeom prst="rect">
            <a:avLst/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Architektur bleibt unveraendert stabil: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Modularer Monolith, Service-Interfaces, strikte DTO-Trennung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333333"/>
                </a:solidFill>
                <a:latin typeface="Arial"/>
              </a:rPr>
              <a:t>–  JWT + Service-Layer-Authz, Flyway, UUID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Nur #4 (Rating) beruehrt das Datenmodell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▪  Alles andere ist Service-Logik, Config oder Deployment/Doku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77777"/>
                </a:solidFill>
                <a:latin typeface="Arial"/>
              </a:rPr>
              <a:t>EatEasy EE — 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00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77777"/>
                </a:solidFill>
                <a:latin typeface="Arial"/>
              </a:rPr>
              <a:t>Folie 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