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EatEasy EE — Architektur</a:t>
            </a:r>
          </a:p>
          <a:p>
            <a:r>
              <a:rPr sz="2200">
                <a:solidFill>
                  <a:srgbClr val="BBD0C2"/>
                </a:solidFill>
              </a:rPr>
              <a:t>Modularer Monolith · Vue 3 + Quarkus · Studienprojekt Gruppe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3D"/>
                </a:solidFill>
              </a:rPr>
              <a:t>Grundsatzentscheidungen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377440" cy="381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Architekturstil: Modularer Monolith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Fachliche Komponenten statt technischer Layer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Komponenten kommunizieren nur ueber Service-Interfaces (CDI), nie via REST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Strikte DTO-Trennung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Entities lecken nie aus REST-Endpunkten; DTOs sind Java-Records mit Validation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Auth: Stateless JWT (8 h)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@RolesAllowed plus Authorization-Checks im Service-Layer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Daten: UUID v4 ueberall, Flyway-Migrationen, Hibernate = validate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3D"/>
                </a:solidFill>
              </a:rPr>
              <a:t>Komponenten &amp; Abhaengigkeiten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377440" cy="381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Backend (de.eateasy.*)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auth · household · recipe · ingredient · mealplan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pantry · shoppinglist · suggestion · integration · notification · common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Schichten je Komponente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entity -&gt; repository -&gt; service (Interface+Impl) -&gt; resource -&gt; dto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Abhaengigkeitsfluss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auth -&gt; household -&gt; (recipe, pantry) -&gt; mealplan -&gt; shoppinglist -&gt; suggestion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notification an household (Einladungen); integration speist recipe &amp; pantry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3D"/>
                </a:solidFill>
              </a:rPr>
              <a:t>Genutzte Technologien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377440" cy="381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Frontend: Vue 3, Vite, Pinia, Vue Router, TypeScript (strict), Tailwind, VueUse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Backend: Quarkus (Java 21), RESTEasy Reactive, Hibernate Panache, SmallRye JWT, Mailer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Datenbank: PostgreSQL 16 + Flyway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LLM: Ollama self-hosted (Llama 3 / Mistral)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Externe APIs: TheMealDB (Rezepte), OpenFoodFacts (Barcode)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Testing: JUnit5 + REST Assured, Vitest + MSW, Playwright (E2E)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Qualitaet/CI: Checkstyle, ESLint + Prettier, GitHub Actions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Deployment: Render (Backend + DB), Vercel (Frontend, geplant)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3D"/>
                </a:solidFill>
              </a:rPr>
              <a:t>Resilienz / Backup-Plan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377440" cy="381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Smart-Suggestion: Ollama-Ausfall -&gt; Coverage-Heuristik (App bleibt nutzbar)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Barcode-Scan: keine Kamera -&gt; manuelle Eingabe (Feature optional)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Rezept-Import: nur TheMealDB (kostenlos, kein API-Key noetig)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E-Mail: Maildev/SMTP; Invitation wird auch bei Mail-Fehler angelegt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3D"/>
                </a:solidFill>
              </a:rPr>
              <a:t>Was wir noch planen (Issues #3-#8)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377440" cy="381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#3 Auto-Haushalt bei Registrierung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AuthService injiziert HouseholdService, eine @Transactional-Einheit (kein Schema)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#4 Rezept-Rating (1-5 Sterne)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Neuer Slice: Migration V8, Entity, Service, REST, UI — einziger Schema-Eingriff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#5 Einkaufsliste explizit gegen Vorrat pruefen vor Ausstellen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#6 LLM-Modell verifizieren / leichteres Modell fuer Rechenkapazitaet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#7 Vercel-Deployment fuers Frontend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#8 Backup-Plan, Abhaengigkeiten &amp; Scope dokumentieren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3D"/>
                </a:solidFill>
              </a:rPr>
              <a:t>Kernaussage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377440" cy="381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Architektur bleibt unveraendert stabil: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Modularer Monolith, Service-Interfaces, strikte DTO-Trennung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–  JWT + Service-Layer-Authz, Flyway, UUID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Von den geplanten Aenderungen beruehrt nur #4 (Rating) das Datenmodell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D3D"/>
                </a:solidFill>
              </a:rPr>
              <a:t>Alles andere ist Service-Logik, Config oder Deployment/Doku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